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Total incremental spend: $140,000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C777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Vendor license + integration</c:v>
                </c:pt>
                <c:pt idx="1">
                  <c:v>Training &amp; change mgmt</c:v>
                </c:pt>
                <c:pt idx="2">
                  <c:v>Fairness/bias audit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95000</c:v>
                </c:pt>
                <c:pt idx="1">
                  <c:v>20000</c:v>
                </c:pt>
                <c:pt idx="2">
                  <c:v>25000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Time-to-Outreach for High-Risk Patients — target ≤5 days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Time-to-outreach (days)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7.2</c:v>
                </c:pt>
                <c:pt idx="4">
                  <c:v>6.5</c:v>
                </c:pt>
                <c:pt idx="5">
                  <c:v>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Care-Gap Closure Advantage vs. Control (pp) — target +15pp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closure gap (pp vs. control)</c:v>
                </c:pt>
              </c:strCache>
            </c:strRef>
          </c:tx>
          <c:spPr>
            <a:solidFill>
              <a:srgbClr val="1F3864"/>
            </a:solidFill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Wk5</c:v>
                  </c:pt>
                  <c:pt idx="1">
                    <c:v>Wk6</c:v>
                  </c:pt>
                  <c:pt idx="2">
                    <c:v>Wk7</c:v>
                  </c:pt>
                  <c:pt idx="3">
                    <c:v>Wk8</c:v>
                  </c:pt>
                  <c:pt idx="4">
                    <c:v>Wk9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10</c:v>
                </c:pt>
                <c:pt idx="3">
                  <c:v>13</c:v>
                </c:pt>
                <c:pt idx="4">
                  <c:v>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Wk5</c:v>
                  </c:pt>
                  <c:pt idx="1">
                    <c:v>Wk6</c:v>
                  </c:pt>
                  <c:pt idx="2">
                    <c:v>Wk7</c:v>
                  </c:pt>
                  <c:pt idx="3">
                    <c:v>Wk8</c:v>
                  </c:pt>
                  <c:pt idx="4">
                    <c:v>Wk9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Risk Stratification &amp; Care Gap Closure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   |   90-Day Pilot   |   Prepared by Priya Nandakumar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30-60-90 Day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0-30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Baseline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vendor contract &amp; BAA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claims/pharmacy/CM feeds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+ control pods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fairness audit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go/no-go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31-60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Go-Live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care managers (both pods)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daily risk scores live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KPI check vs. control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manager feedback session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Mid-pilot fairness re-check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C777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61-90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Decide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KPI improvement vs. control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fairness/bias audit sign-off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expansion business case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VBC Steering Committee go/no-go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Budget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58521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60020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live in both pilot pods by Day 45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Time-to-outreach and gap-closure tracked weekly vs. control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scoring disparity across demographic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recommendation to Steering Committee by Day 90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Trend — Weeks 5 to 9 of Pilot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371600"/>
                <a:gridCol w="12801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R1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Model shows scoring disparity across demographic groups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Baseline, mid-pilot, and final independent fairness audits with remediation gate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Care manager adoption is low; recommendations ignored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Champions model, weekly feedback loop, relevance tuning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R4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Control pod contaminated by informal info-sharing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Explicit training instruction; control supervisor briefed on isolation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Accountability (RACI)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Sponsor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Compliance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Analytics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Pod Sup.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Vendor contract &amp; BAA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Data feed integration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Baseline fairness audit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Go-live decision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Expansion recommendation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A = Accountable   C = Consulted   I = Informed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Alden Health Partners, ACO (fictional)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2026-09-22T23:48:27Z</dcterms:created>
  <dcterms:modified xsi:type="dcterms:W3CDTF">2026-09-22T23:48:27Z</dcterms:modified>
</cp:coreProperties>
</file>